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_updat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721"/>
            <a:ext cx="12191999" cy="684255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bstract_sli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(20261016-083403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7" y="0"/>
            <a:ext cx="1218366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(20261016-08341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097"/>
            <a:ext cx="12191999" cy="681380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(20261016-083418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774"/>
            <a:ext cx="12191999" cy="672845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(20261016-083428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951"/>
            <a:ext cx="12191999" cy="672809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(20261016-083710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463"/>
            <a:ext cx="12191999" cy="682107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(20261016-083717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0532"/>
            <a:ext cx="12191999" cy="677693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(20261016-083732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4979"/>
            <a:ext cx="12191999" cy="660804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(20261016-083739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738"/>
            <a:ext cx="12191999" cy="673452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(20261016-083749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0840"/>
            <a:ext cx="12191999" cy="64763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(20261016-08375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0365"/>
            <a:ext cx="12191999" cy="631726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(20261016-083802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8483"/>
            <a:ext cx="12191999" cy="658103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(2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